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4762163" cy="1905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D3EA"/>
    <a:srgbClr val="16CB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603" autoAdjust="0"/>
  </p:normalViewPr>
  <p:slideViewPr>
    <p:cSldViewPr>
      <p:cViewPr>
        <p:scale>
          <a:sx n="75" d="100"/>
          <a:sy n="75" d="100"/>
        </p:scale>
        <p:origin x="-546" y="-1500"/>
      </p:cViewPr>
      <p:guideLst>
        <p:guide orient="horz" pos="600"/>
        <p:guide pos="46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7163" y="591785"/>
            <a:ext cx="12547838" cy="40834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4325" y="1079504"/>
            <a:ext cx="10333514" cy="4868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3EFF-9460-4A90-B58D-2966D47730A6}" type="datetimeFigureOut">
              <a:rPr lang="en-MY" smtClean="0"/>
              <a:t>24/7/2012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5B1C-8171-45AB-82DA-FC7AC975DB6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6881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3EFF-9460-4A90-B58D-2966D47730A6}" type="datetimeFigureOut">
              <a:rPr lang="en-MY" smtClean="0"/>
              <a:t>24/7/2012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5B1C-8171-45AB-82DA-FC7AC975DB6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78300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6109" y="1224139"/>
            <a:ext cx="12547838" cy="37835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6109" y="807421"/>
            <a:ext cx="12547838" cy="41671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3EFF-9460-4A90-B58D-2966D47730A6}" type="datetimeFigureOut">
              <a:rPr lang="en-MY" smtClean="0"/>
              <a:t>24/7/2012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5B1C-8171-45AB-82DA-FC7AC975DB6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48382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40242" y="164928"/>
            <a:ext cx="14639145" cy="4656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525423" y="164928"/>
            <a:ext cx="14639145" cy="4656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3EFF-9460-4A90-B58D-2966D47730A6}" type="datetimeFigureOut">
              <a:rPr lang="en-MY" smtClean="0"/>
              <a:t>24/7/2012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5B1C-8171-45AB-82DA-FC7AC975DB6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73455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8109" y="76288"/>
            <a:ext cx="13285947" cy="3175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8109" y="426421"/>
            <a:ext cx="6522520" cy="1777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8109" y="604133"/>
            <a:ext cx="6522520" cy="10975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98976" y="426421"/>
            <a:ext cx="6525081" cy="1777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98976" y="604133"/>
            <a:ext cx="6525081" cy="10975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3EFF-9460-4A90-B58D-2966D47730A6}" type="datetimeFigureOut">
              <a:rPr lang="en-MY" smtClean="0"/>
              <a:t>24/7/2012</a:t>
            </a:fld>
            <a:endParaRPr lang="en-M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5B1C-8171-45AB-82DA-FC7AC975DB6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47539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3EFF-9460-4A90-B58D-2966D47730A6}" type="datetimeFigureOut">
              <a:rPr lang="en-MY" smtClean="0"/>
              <a:t>24/7/2012</a:t>
            </a:fld>
            <a:endParaRPr lang="en-M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5B1C-8171-45AB-82DA-FC7AC975DB6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8942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3EFF-9460-4A90-B58D-2966D47730A6}" type="datetimeFigureOut">
              <a:rPr lang="en-MY" smtClean="0"/>
              <a:t>24/7/2012</a:t>
            </a:fld>
            <a:endParaRPr lang="en-M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5B1C-8171-45AB-82DA-FC7AC975DB6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665791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8111" y="75847"/>
            <a:ext cx="4856650" cy="32279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71598" y="75851"/>
            <a:ext cx="8252459" cy="162586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8111" y="398643"/>
            <a:ext cx="4856650" cy="130307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3EFF-9460-4A90-B58D-2966D47730A6}" type="datetimeFigureOut">
              <a:rPr lang="en-MY" smtClean="0"/>
              <a:t>24/7/2012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5B1C-8171-45AB-82DA-FC7AC975DB6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84607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3488" y="1333503"/>
            <a:ext cx="8857298" cy="15742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93488" y="170215"/>
            <a:ext cx="8857298" cy="1143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93488" y="1490929"/>
            <a:ext cx="8857298" cy="22357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3EFF-9460-4A90-B58D-2966D47730A6}" type="datetimeFigureOut">
              <a:rPr lang="en-MY" smtClean="0"/>
              <a:t>24/7/2012</a:t>
            </a:fld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5B1C-8171-45AB-82DA-FC7AC975DB6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18384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3EFF-9460-4A90-B58D-2966D47730A6}" type="datetimeFigureOut">
              <a:rPr lang="en-MY" smtClean="0"/>
              <a:t>24/7/2012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5B1C-8171-45AB-82DA-FC7AC975DB6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1545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783486" y="28222"/>
            <a:ext cx="7381082" cy="60236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40242" y="28222"/>
            <a:ext cx="21897208" cy="60236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9B3EFF-9460-4A90-B58D-2966D47730A6}" type="datetimeFigureOut">
              <a:rPr lang="en-MY" smtClean="0"/>
              <a:t>24/7/2012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155B1C-8171-45AB-82DA-FC7AC975DB6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5933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8109" y="76288"/>
            <a:ext cx="13285947" cy="317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8109" y="444501"/>
            <a:ext cx="13285947" cy="1257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8108" y="1765653"/>
            <a:ext cx="3444505" cy="1014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B3EFF-9460-4A90-B58D-2966D47730A6}" type="datetimeFigureOut">
              <a:rPr lang="en-MY" smtClean="0"/>
              <a:t>24/7/2012</a:t>
            </a:fld>
            <a:endParaRPr lang="en-M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43740" y="1765653"/>
            <a:ext cx="4674685" cy="1014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79551" y="1765653"/>
            <a:ext cx="3444505" cy="1014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155B1C-8171-45AB-82DA-FC7AC975DB6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6941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304428"/>
            <a:ext cx="14762163" cy="0"/>
          </a:xfrm>
          <a:prstGeom prst="line">
            <a:avLst/>
          </a:prstGeom>
          <a:ln w="63500">
            <a:solidFill>
              <a:srgbClr val="16CBE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844560"/>
              </p:ext>
            </p:extLst>
          </p:nvPr>
        </p:nvGraphicFramePr>
        <p:xfrm>
          <a:off x="1" y="663928"/>
          <a:ext cx="14762162" cy="1512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9562"/>
                <a:gridCol w="2162259"/>
                <a:gridCol w="2580759"/>
                <a:gridCol w="2092507"/>
                <a:gridCol w="3034137"/>
                <a:gridCol w="2672938"/>
              </a:tblGrid>
              <a:tr h="1512168">
                <a:tc>
                  <a:txBody>
                    <a:bodyPr/>
                    <a:lstStyle/>
                    <a:p>
                      <a:endParaRPr lang="en-US" sz="1000" dirty="0" smtClean="0"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</a:endParaRPr>
                    </a:p>
                    <a:p>
                      <a:pPr marL="180000" lvl="0"/>
                      <a:r>
                        <a:rPr lang="en-US" sz="100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Netiquette Software</a:t>
                      </a:r>
                      <a:r>
                        <a:rPr lang="en-US" sz="100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000" baseline="0" dirty="0" err="1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Pte</a:t>
                      </a:r>
                      <a:r>
                        <a:rPr lang="en-US" sz="100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 Ltd</a:t>
                      </a:r>
                    </a:p>
                    <a:p>
                      <a:pPr marL="180000" lvl="0"/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745, </a:t>
                      </a:r>
                      <a:r>
                        <a:rPr lang="en-US" sz="1000" b="0" baseline="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Lorong</a:t>
                      </a: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5 Toa </a:t>
                      </a:r>
                      <a:r>
                        <a:rPr lang="en-US" sz="1000" b="0" baseline="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Payoh</a:t>
                      </a: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,</a:t>
                      </a:r>
                    </a:p>
                    <a:p>
                      <a:pPr marL="180000" lvl="0"/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#03-04 Singapore 319455</a:t>
                      </a:r>
                    </a:p>
                    <a:p>
                      <a:pPr marL="180000" lvl="0"/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T: +65 6223 1157</a:t>
                      </a:r>
                    </a:p>
                    <a:p>
                      <a:pPr marL="180000" lvl="0"/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F: +65 6252 9104</a:t>
                      </a:r>
                      <a:endParaRPr lang="en-MY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 marL="66430" marR="66430" marT="34269" marB="342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dirty="0" smtClean="0"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PETALING JAYA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Netiquette Technologies(M) </a:t>
                      </a:r>
                      <a:r>
                        <a:rPr lang="en-US" sz="1000" dirty="0" err="1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Sdn</a:t>
                      </a:r>
                      <a:r>
                        <a:rPr lang="en-US" sz="100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000" dirty="0" err="1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Bhd</a:t>
                      </a:r>
                      <a:endParaRPr lang="en-US" sz="100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31-2, </a:t>
                      </a:r>
                      <a:r>
                        <a:rPr lang="en-US" sz="1000" b="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Jalan</a:t>
                      </a:r>
                      <a:r>
                        <a:rPr lang="en-US" sz="1000" b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PJS 8/12</a:t>
                      </a: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baseline="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Dataran</a:t>
                      </a: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baseline="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Mentari</a:t>
                      </a: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,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baseline="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Petaling</a:t>
                      </a: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Jaya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T: +603 5632 2508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F: +603 5632 2507</a:t>
                      </a:r>
                      <a:endParaRPr lang="en-MY" sz="1000" b="0" dirty="0" smtClean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  <a:p>
                      <a:endParaRPr lang="en-MY" sz="10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 marL="66430" marR="66430" marT="34269" marB="342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</a:endParaRPr>
                    </a:p>
                    <a:p>
                      <a:r>
                        <a:rPr lang="en-US" sz="100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KUALA</a:t>
                      </a:r>
                      <a:r>
                        <a:rPr lang="en-US" sz="100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 LUMPUR</a:t>
                      </a:r>
                    </a:p>
                    <a:p>
                      <a:r>
                        <a:rPr lang="en-US" sz="100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Netiquette Malaysia </a:t>
                      </a:r>
                      <a:r>
                        <a:rPr lang="en-US" sz="1000" baseline="0" dirty="0" err="1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Sdn</a:t>
                      </a:r>
                      <a:r>
                        <a:rPr lang="en-US" sz="100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000" baseline="0" dirty="0" err="1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Bhd</a:t>
                      </a:r>
                      <a:endParaRPr lang="en-US" sz="1000" baseline="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  <a:p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No. 16-3, </a:t>
                      </a:r>
                      <a:r>
                        <a:rPr lang="en-US" sz="1000" b="0" baseline="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Jalan</a:t>
                      </a: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2/114, </a:t>
                      </a:r>
                      <a:r>
                        <a:rPr lang="en-US" sz="1000" b="0" baseline="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Kuchai</a:t>
                      </a: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Business Center </a:t>
                      </a:r>
                    </a:p>
                    <a:p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Off </a:t>
                      </a:r>
                      <a:r>
                        <a:rPr lang="en-US" sz="1000" b="0" baseline="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Jalan</a:t>
                      </a: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baseline="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Klang</a:t>
                      </a: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Lama, 58200 Kuala Lumpur, Malaysia.</a:t>
                      </a:r>
                    </a:p>
                    <a:p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T: +603 7984 3018 / +6017 7750 426</a:t>
                      </a:r>
                    </a:p>
                    <a:p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F: +603 7984 3018</a:t>
                      </a:r>
                      <a:endParaRPr lang="en-MY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 marL="66430" marR="66430" marT="34269" marB="342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 smtClean="0"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</a:endParaRPr>
                    </a:p>
                    <a:p>
                      <a:r>
                        <a:rPr lang="en-US" sz="100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PENANG</a:t>
                      </a:r>
                    </a:p>
                    <a:p>
                      <a:r>
                        <a:rPr lang="en-US" sz="100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Software Depot </a:t>
                      </a:r>
                      <a:r>
                        <a:rPr lang="en-US" sz="1000" dirty="0" err="1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Sdn</a:t>
                      </a:r>
                      <a:r>
                        <a:rPr lang="en-US" sz="100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 </a:t>
                      </a:r>
                      <a:r>
                        <a:rPr lang="en-US" sz="1000" dirty="0" err="1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Bhd</a:t>
                      </a:r>
                      <a:endParaRPr lang="en-US" sz="100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+mj-lt"/>
                      </a:endParaRPr>
                    </a:p>
                    <a:p>
                      <a:r>
                        <a:rPr lang="en-US" sz="1000" b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352-G,</a:t>
                      </a: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(2</a:t>
                      </a:r>
                      <a:r>
                        <a:rPr lang="en-US" sz="1000" b="0" baseline="300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nd</a:t>
                      </a: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Floor)</a:t>
                      </a:r>
                    </a:p>
                    <a:p>
                      <a:r>
                        <a:rPr lang="en-US" sz="1000" b="0" baseline="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Jalan</a:t>
                      </a: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baseline="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Dato</a:t>
                      </a: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10150 Penang.</a:t>
                      </a:r>
                    </a:p>
                    <a:p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T: +604 2299 553</a:t>
                      </a:r>
                    </a:p>
                    <a:p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F: +604 2283 553</a:t>
                      </a:r>
                      <a:endParaRPr lang="en-MY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 marL="66430" marR="66430" marT="34269" marB="342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 smtClean="0">
                        <a:ln>
                          <a:noFill/>
                        </a:ln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</a:endParaRPr>
                    </a:p>
                    <a:p>
                      <a:r>
                        <a:rPr lang="en-US" sz="100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Weld Asia</a:t>
                      </a:r>
                      <a:r>
                        <a:rPr lang="en-US" sz="1000" baseline="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 Business Solution</a:t>
                      </a:r>
                    </a:p>
                    <a:p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15B Granville House, 41C Granville Road</a:t>
                      </a:r>
                    </a:p>
                    <a:p>
                      <a:r>
                        <a:rPr lang="en-US" sz="1000" b="0" baseline="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Tsim</a:t>
                      </a: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baseline="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Sha</a:t>
                      </a: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baseline="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Tsui</a:t>
                      </a: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, Kowloon,</a:t>
                      </a:r>
                    </a:p>
                    <a:p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Hong Kong </a:t>
                      </a:r>
                      <a:r>
                        <a:rPr lang="en-US" sz="1000" b="0" baseline="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Int</a:t>
                      </a: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– International HK – Hong Kong.</a:t>
                      </a:r>
                    </a:p>
                    <a:p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T: +852 2242 6111</a:t>
                      </a:r>
                    </a:p>
                    <a:p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F: +852 2242 6226</a:t>
                      </a:r>
                      <a:endParaRPr lang="en-MY" sz="1000" b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lt"/>
                      </a:endParaRPr>
                    </a:p>
                  </a:txBody>
                  <a:tcPr marL="66430" marR="66430" marT="34269" marB="342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000" dirty="0" smtClean="0">
                        <a:solidFill>
                          <a:schemeClr val="bg1">
                            <a:lumMod val="50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</a:endParaRPr>
                    </a:p>
                    <a:p>
                      <a:r>
                        <a:rPr lang="en-US" sz="1000" dirty="0" smtClean="0">
                          <a:ln>
                            <a:noFill/>
                          </a:ln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+mj-lt"/>
                        </a:rPr>
                        <a:t>T.A.G Elite Limited Partnership</a:t>
                      </a:r>
                    </a:p>
                    <a:p>
                      <a:r>
                        <a:rPr lang="en-US" sz="1000" b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26/4 Moo 11, </a:t>
                      </a:r>
                      <a:r>
                        <a:rPr lang="en-US" sz="1000" b="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Bangbon</a:t>
                      </a:r>
                      <a:r>
                        <a:rPr lang="en-US" sz="1000" b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4 Road,</a:t>
                      </a: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</a:t>
                      </a:r>
                      <a:r>
                        <a:rPr lang="en-US" sz="1000" b="0" baseline="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Soi</a:t>
                      </a: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10, </a:t>
                      </a:r>
                      <a:r>
                        <a:rPr lang="en-US" sz="1000" b="0" baseline="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Bangbon</a:t>
                      </a:r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,</a:t>
                      </a:r>
                      <a:r>
                        <a:rPr lang="en-MY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 Bangkok, 10150 Thailand</a:t>
                      </a:r>
                    </a:p>
                    <a:p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T: +083 137 8880</a:t>
                      </a:r>
                    </a:p>
                    <a:p>
                      <a:r>
                        <a:rPr lang="en-US" sz="1000" b="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lt"/>
                        </a:rPr>
                        <a:t>F: +081 208 4313</a:t>
                      </a:r>
                    </a:p>
                  </a:txBody>
                  <a:tcPr marL="66430" marR="66430" marT="34269" marB="34269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30291" y="376437"/>
            <a:ext cx="100219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 dirty="0" smtClean="0">
                <a:ln>
                  <a:solidFill>
                    <a:srgbClr val="26D3EA"/>
                  </a:solidFill>
                </a:ln>
                <a:solidFill>
                  <a:srgbClr val="16CBE4"/>
                </a:solidFill>
                <a:latin typeface="+mj-lt"/>
              </a:rPr>
              <a:t>SINGAPORE</a:t>
            </a:r>
            <a:endParaRPr lang="en-MY" sz="1300" b="1" dirty="0">
              <a:ln>
                <a:solidFill>
                  <a:srgbClr val="26D3EA"/>
                </a:solidFill>
              </a:ln>
              <a:solidFill>
                <a:srgbClr val="16CBE4"/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25251" y="373213"/>
            <a:ext cx="89800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 dirty="0" smtClean="0">
                <a:ln>
                  <a:solidFill>
                    <a:srgbClr val="26D3EA"/>
                  </a:solidFill>
                </a:ln>
                <a:solidFill>
                  <a:srgbClr val="16CBE4"/>
                </a:solidFill>
                <a:latin typeface="+mj-lt"/>
              </a:rPr>
              <a:t>MALAYSIA</a:t>
            </a:r>
            <a:endParaRPr lang="en-MY" sz="1300" b="1" dirty="0">
              <a:ln>
                <a:solidFill>
                  <a:srgbClr val="26D3EA"/>
                </a:solidFill>
              </a:ln>
              <a:solidFill>
                <a:srgbClr val="16CBE4"/>
              </a:solidFill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985338" y="376437"/>
            <a:ext cx="110870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 dirty="0" smtClean="0">
                <a:ln>
                  <a:solidFill>
                    <a:srgbClr val="26D3EA"/>
                  </a:solidFill>
                </a:ln>
                <a:solidFill>
                  <a:srgbClr val="16CBE4"/>
                </a:solidFill>
                <a:latin typeface="+mj-lt"/>
              </a:rPr>
              <a:t>HONG  KONG</a:t>
            </a:r>
            <a:endParaRPr lang="en-MY" sz="1300" b="1" dirty="0">
              <a:ln>
                <a:solidFill>
                  <a:srgbClr val="26D3EA"/>
                </a:solidFill>
              </a:ln>
              <a:solidFill>
                <a:srgbClr val="16CBE4"/>
              </a:solidFill>
              <a:latin typeface="+mj-l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2036911" y="376437"/>
            <a:ext cx="906017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b="1" dirty="0" smtClean="0">
                <a:ln>
                  <a:solidFill>
                    <a:srgbClr val="26D3EA"/>
                  </a:solidFill>
                </a:ln>
                <a:solidFill>
                  <a:srgbClr val="16CBE4"/>
                </a:solidFill>
                <a:latin typeface="+mj-lt"/>
              </a:rPr>
              <a:t>THAILAND</a:t>
            </a:r>
            <a:endParaRPr lang="en-MY" sz="1300" b="1" dirty="0">
              <a:ln>
                <a:solidFill>
                  <a:srgbClr val="26D3EA"/>
                </a:solidFill>
              </a:ln>
              <a:solidFill>
                <a:srgbClr val="16CBE4"/>
              </a:solidFill>
              <a:latin typeface="+mj-lt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59001"/>
            <a:ext cx="14762163" cy="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Decision 13"/>
          <p:cNvSpPr/>
          <p:nvPr/>
        </p:nvSpPr>
        <p:spPr>
          <a:xfrm>
            <a:off x="1956743" y="664468"/>
            <a:ext cx="17435" cy="1548000"/>
          </a:xfrm>
          <a:prstGeom prst="flowChartDecision">
            <a:avLst/>
          </a:prstGeom>
          <a:gradFill>
            <a:gsLst>
              <a:gs pos="0">
                <a:schemeClr val="dk1">
                  <a:tint val="50000"/>
                  <a:satMod val="300000"/>
                  <a:alpha val="0"/>
                </a:schemeClr>
              </a:gs>
              <a:gs pos="35000">
                <a:schemeClr val="dk1">
                  <a:tint val="37000"/>
                  <a:satMod val="300000"/>
                  <a:alpha val="86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5" name="Flowchart: Decision 14"/>
          <p:cNvSpPr/>
          <p:nvPr/>
        </p:nvSpPr>
        <p:spPr>
          <a:xfrm>
            <a:off x="8758652" y="664468"/>
            <a:ext cx="17435" cy="1548000"/>
          </a:xfrm>
          <a:prstGeom prst="flowChartDecision">
            <a:avLst/>
          </a:prstGeom>
          <a:gradFill>
            <a:gsLst>
              <a:gs pos="0">
                <a:schemeClr val="dk1">
                  <a:tint val="50000"/>
                  <a:satMod val="300000"/>
                  <a:alpha val="0"/>
                </a:schemeClr>
              </a:gs>
              <a:gs pos="35000">
                <a:schemeClr val="dk1">
                  <a:tint val="37000"/>
                  <a:satMod val="300000"/>
                  <a:alpha val="86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6" name="Flowchart: Decision 15"/>
          <p:cNvSpPr/>
          <p:nvPr/>
        </p:nvSpPr>
        <p:spPr>
          <a:xfrm>
            <a:off x="11845099" y="664468"/>
            <a:ext cx="17435" cy="1548000"/>
          </a:xfrm>
          <a:prstGeom prst="flowChartDecision">
            <a:avLst/>
          </a:prstGeom>
          <a:gradFill>
            <a:gsLst>
              <a:gs pos="0">
                <a:schemeClr val="dk1">
                  <a:tint val="50000"/>
                  <a:satMod val="300000"/>
                  <a:alpha val="0"/>
                </a:schemeClr>
              </a:gs>
              <a:gs pos="35000">
                <a:schemeClr val="dk1">
                  <a:tint val="37000"/>
                  <a:satMod val="300000"/>
                  <a:alpha val="86000"/>
                </a:schemeClr>
              </a:gs>
              <a:gs pos="100000">
                <a:schemeClr val="dk1">
                  <a:tint val="15000"/>
                  <a:satMod val="350000"/>
                </a:schemeClr>
              </a:gs>
            </a:gsLst>
          </a:gra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34114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205</Words>
  <Application>Microsoft Office PowerPoint</Application>
  <PresentationFormat>Custom</PresentationFormat>
  <Paragraphs>43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 Cai</dc:creator>
  <cp:lastModifiedBy>Shi Cai</cp:lastModifiedBy>
  <cp:revision>11</cp:revision>
  <dcterms:created xsi:type="dcterms:W3CDTF">2012-07-20T08:34:52Z</dcterms:created>
  <dcterms:modified xsi:type="dcterms:W3CDTF">2012-07-24T04:34:14Z</dcterms:modified>
</cp:coreProperties>
</file>