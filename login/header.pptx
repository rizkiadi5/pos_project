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6" saveSubsetFonts="1">
  <p:sldMasterIdLst>
    <p:sldMasterId id="2147483732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9" r:id="rId18"/>
    <p:sldId id="278" r:id="rId19"/>
    <p:sldId id="274" r:id="rId20"/>
    <p:sldId id="275" r:id="rId21"/>
    <p:sldId id="276" r:id="rId22"/>
    <p:sldId id="277" r:id="rId23"/>
  </p:sldIdLst>
  <p:sldSz cx="10801350" cy="1079500"/>
  <p:notesSz cx="6858000" cy="9144000"/>
  <p:defaultTextStyle>
    <a:defPPr>
      <a:defRPr lang="en-US"/>
    </a:defPPr>
    <a:lvl1pPr marL="0" algn="l" defTabSz="77294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86471" algn="l" defTabSz="77294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72942" algn="l" defTabSz="77294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59413" algn="l" defTabSz="77294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45884" algn="l" defTabSz="77294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32355" algn="l" defTabSz="77294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318826" algn="l" defTabSz="77294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705296" algn="l" defTabSz="77294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091767" algn="l" defTabSz="77294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EB6"/>
    <a:srgbClr val="2DB2CD"/>
    <a:srgbClr val="2EC2D6"/>
    <a:srgbClr val="2BB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3" autoAdjust="0"/>
    <p:restoredTop sz="90044" autoAdjust="0"/>
  </p:normalViewPr>
  <p:slideViewPr>
    <p:cSldViewPr>
      <p:cViewPr>
        <p:scale>
          <a:sx n="125" d="100"/>
          <a:sy n="125" d="100"/>
        </p:scale>
        <p:origin x="3408" y="-552"/>
      </p:cViewPr>
      <p:guideLst>
        <p:guide orient="horz" pos="341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035E4-4285-4E97-8EFB-E388C95F9A06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3725525" y="685800"/>
            <a:ext cx="34309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36E33-3714-4255-B656-6895C117216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67074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294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86471" algn="l" defTabSz="77294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72942" algn="l" defTabSz="77294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59413" algn="l" defTabSz="77294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545884" algn="l" defTabSz="77294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932355" algn="l" defTabSz="77294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18826" algn="l" defTabSz="77294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05296" algn="l" defTabSz="77294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91767" algn="l" defTabSz="77294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3725525" y="685800"/>
            <a:ext cx="343090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36E33-3714-4255-B656-6895C117216D}" type="slidenum">
              <a:rPr lang="en-MY" smtClean="0"/>
              <a:t>26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8248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108" y="335349"/>
            <a:ext cx="9181149" cy="23139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207" y="611717"/>
            <a:ext cx="7560945" cy="2758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6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7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59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45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32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188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05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91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22829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6539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38" y="693681"/>
            <a:ext cx="9181149" cy="214401"/>
          </a:xfrm>
        </p:spPr>
        <p:txBody>
          <a:bodyPr anchor="t"/>
          <a:lstStyle>
            <a:lvl1pPr algn="l">
              <a:defRPr sz="33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238" y="457543"/>
            <a:ext cx="9181149" cy="236141"/>
          </a:xfrm>
        </p:spPr>
        <p:txBody>
          <a:bodyPr anchor="b"/>
          <a:lstStyle>
            <a:lvl1pPr marL="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1pPr>
            <a:lvl2pPr marL="38647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7294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5941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4588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3235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188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0529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09176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6672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0074" y="33488"/>
            <a:ext cx="4770597" cy="95206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0692" y="33488"/>
            <a:ext cx="4770597" cy="95206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9958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72" y="43231"/>
            <a:ext cx="9721215" cy="17991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69" y="241639"/>
            <a:ext cx="4772472" cy="10070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6471" indent="0">
              <a:buNone/>
              <a:defRPr sz="1700" b="1"/>
            </a:lvl2pPr>
            <a:lvl3pPr marL="772942" indent="0">
              <a:buNone/>
              <a:defRPr sz="1500" b="1"/>
            </a:lvl3pPr>
            <a:lvl4pPr marL="1159413" indent="0">
              <a:buNone/>
              <a:defRPr sz="1300" b="1"/>
            </a:lvl4pPr>
            <a:lvl5pPr marL="1545884" indent="0">
              <a:buNone/>
              <a:defRPr sz="1300" b="1"/>
            </a:lvl5pPr>
            <a:lvl6pPr marL="1932355" indent="0">
              <a:buNone/>
              <a:defRPr sz="1300" b="1"/>
            </a:lvl6pPr>
            <a:lvl7pPr marL="2318826" indent="0">
              <a:buNone/>
              <a:defRPr sz="1300" b="1"/>
            </a:lvl7pPr>
            <a:lvl8pPr marL="2705296" indent="0">
              <a:buNone/>
              <a:defRPr sz="1300" b="1"/>
            </a:lvl8pPr>
            <a:lvl9pPr marL="3091767" indent="0">
              <a:buNone/>
              <a:defRPr sz="1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069" y="342343"/>
            <a:ext cx="4772472" cy="62196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944" y="241639"/>
            <a:ext cx="4774346" cy="10070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6471" indent="0">
              <a:buNone/>
              <a:defRPr sz="1700" b="1"/>
            </a:lvl2pPr>
            <a:lvl3pPr marL="772942" indent="0">
              <a:buNone/>
              <a:defRPr sz="1500" b="1"/>
            </a:lvl3pPr>
            <a:lvl4pPr marL="1159413" indent="0">
              <a:buNone/>
              <a:defRPr sz="1300" b="1"/>
            </a:lvl4pPr>
            <a:lvl5pPr marL="1545884" indent="0">
              <a:buNone/>
              <a:defRPr sz="1300" b="1"/>
            </a:lvl5pPr>
            <a:lvl6pPr marL="1932355" indent="0">
              <a:buNone/>
              <a:defRPr sz="1300" b="1"/>
            </a:lvl6pPr>
            <a:lvl7pPr marL="2318826" indent="0">
              <a:buNone/>
              <a:defRPr sz="1300" b="1"/>
            </a:lvl7pPr>
            <a:lvl8pPr marL="2705296" indent="0">
              <a:buNone/>
              <a:defRPr sz="1300" b="1"/>
            </a:lvl8pPr>
            <a:lvl9pPr marL="3091767" indent="0">
              <a:buNone/>
              <a:defRPr sz="1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944" y="342343"/>
            <a:ext cx="4774346" cy="62196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3707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71736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90116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76" y="42983"/>
            <a:ext cx="3553570" cy="182916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030" y="42986"/>
            <a:ext cx="6038256" cy="921324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076" y="225902"/>
            <a:ext cx="3553570" cy="738408"/>
          </a:xfrm>
        </p:spPr>
        <p:txBody>
          <a:bodyPr/>
          <a:lstStyle>
            <a:lvl1pPr marL="0" indent="0">
              <a:buNone/>
              <a:defRPr sz="1200"/>
            </a:lvl1pPr>
            <a:lvl2pPr marL="386471" indent="0">
              <a:buNone/>
              <a:defRPr sz="1000"/>
            </a:lvl2pPr>
            <a:lvl3pPr marL="772942" indent="0">
              <a:buNone/>
              <a:defRPr sz="800"/>
            </a:lvl3pPr>
            <a:lvl4pPr marL="1159413" indent="0">
              <a:buNone/>
              <a:defRPr sz="700"/>
            </a:lvl4pPr>
            <a:lvl5pPr marL="1545884" indent="0">
              <a:buNone/>
              <a:defRPr sz="700"/>
            </a:lvl5pPr>
            <a:lvl6pPr marL="1932355" indent="0">
              <a:buNone/>
              <a:defRPr sz="700"/>
            </a:lvl6pPr>
            <a:lvl7pPr marL="2318826" indent="0">
              <a:buNone/>
              <a:defRPr sz="700"/>
            </a:lvl7pPr>
            <a:lvl8pPr marL="2705296" indent="0">
              <a:buNone/>
              <a:defRPr sz="700"/>
            </a:lvl8pPr>
            <a:lvl9pPr marL="3091767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997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7140" y="755657"/>
            <a:ext cx="6480810" cy="89208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7140" y="96455"/>
            <a:ext cx="6480810" cy="647700"/>
          </a:xfrm>
        </p:spPr>
        <p:txBody>
          <a:bodyPr/>
          <a:lstStyle>
            <a:lvl1pPr marL="0" indent="0">
              <a:buNone/>
              <a:defRPr sz="2700"/>
            </a:lvl1pPr>
            <a:lvl2pPr marL="386471" indent="0">
              <a:buNone/>
              <a:defRPr sz="2300"/>
            </a:lvl2pPr>
            <a:lvl3pPr marL="772942" indent="0">
              <a:buNone/>
              <a:defRPr sz="2000"/>
            </a:lvl3pPr>
            <a:lvl4pPr marL="1159413" indent="0">
              <a:buNone/>
              <a:defRPr sz="1700"/>
            </a:lvl4pPr>
            <a:lvl5pPr marL="1545884" indent="0">
              <a:buNone/>
              <a:defRPr sz="1700"/>
            </a:lvl5pPr>
            <a:lvl6pPr marL="1932355" indent="0">
              <a:buNone/>
              <a:defRPr sz="1700"/>
            </a:lvl6pPr>
            <a:lvl7pPr marL="2318826" indent="0">
              <a:buNone/>
              <a:defRPr sz="1700"/>
            </a:lvl7pPr>
            <a:lvl8pPr marL="2705296" indent="0">
              <a:buNone/>
              <a:defRPr sz="1700"/>
            </a:lvl8pPr>
            <a:lvl9pPr marL="3091767" indent="0">
              <a:buNone/>
              <a:defRPr sz="17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7140" y="844866"/>
            <a:ext cx="6480810" cy="126691"/>
          </a:xfrm>
        </p:spPr>
        <p:txBody>
          <a:bodyPr/>
          <a:lstStyle>
            <a:lvl1pPr marL="0" indent="0">
              <a:buNone/>
              <a:defRPr sz="1200"/>
            </a:lvl1pPr>
            <a:lvl2pPr marL="386471" indent="0">
              <a:buNone/>
              <a:defRPr sz="1000"/>
            </a:lvl2pPr>
            <a:lvl3pPr marL="772942" indent="0">
              <a:buNone/>
              <a:defRPr sz="800"/>
            </a:lvl3pPr>
            <a:lvl4pPr marL="1159413" indent="0">
              <a:buNone/>
              <a:defRPr sz="700"/>
            </a:lvl4pPr>
            <a:lvl5pPr marL="1545884" indent="0">
              <a:buNone/>
              <a:defRPr sz="700"/>
            </a:lvl5pPr>
            <a:lvl6pPr marL="1932355" indent="0">
              <a:buNone/>
              <a:defRPr sz="700"/>
            </a:lvl6pPr>
            <a:lvl7pPr marL="2318826" indent="0">
              <a:buNone/>
              <a:defRPr sz="700"/>
            </a:lvl7pPr>
            <a:lvl8pPr marL="2705296" indent="0">
              <a:buNone/>
              <a:defRPr sz="700"/>
            </a:lvl8pPr>
            <a:lvl9pPr marL="3091767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321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749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30983" y="5749"/>
            <a:ext cx="2430305" cy="1229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0070" y="5749"/>
            <a:ext cx="7110890" cy="1229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362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72" y="43231"/>
            <a:ext cx="9721215" cy="179917"/>
          </a:xfrm>
          <a:prstGeom prst="rect">
            <a:avLst/>
          </a:prstGeom>
        </p:spPr>
        <p:txBody>
          <a:bodyPr vert="horz" lIns="77294" tIns="38647" rIns="77294" bIns="38647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72" y="251884"/>
            <a:ext cx="9721215" cy="712420"/>
          </a:xfrm>
          <a:prstGeom prst="rect">
            <a:avLst/>
          </a:prstGeom>
        </p:spPr>
        <p:txBody>
          <a:bodyPr vert="horz" lIns="77294" tIns="38647" rIns="77294" bIns="38647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072" y="1000543"/>
            <a:ext cx="2520315" cy="57473"/>
          </a:xfrm>
          <a:prstGeom prst="rect">
            <a:avLst/>
          </a:prstGeom>
        </p:spPr>
        <p:txBody>
          <a:bodyPr vert="horz" lIns="77294" tIns="38647" rIns="77294" bIns="38647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FB860-E08F-4A79-84B2-D7F423302481}" type="datetimeFigureOut">
              <a:rPr lang="en-MY" smtClean="0"/>
              <a:t>31/7/2012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0465" y="1000543"/>
            <a:ext cx="3420428" cy="57473"/>
          </a:xfrm>
          <a:prstGeom prst="rect">
            <a:avLst/>
          </a:prstGeom>
        </p:spPr>
        <p:txBody>
          <a:bodyPr vert="horz" lIns="77294" tIns="38647" rIns="77294" bIns="38647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972" y="1000543"/>
            <a:ext cx="2520315" cy="57473"/>
          </a:xfrm>
          <a:prstGeom prst="rect">
            <a:avLst/>
          </a:prstGeom>
        </p:spPr>
        <p:txBody>
          <a:bodyPr vert="horz" lIns="77294" tIns="38647" rIns="77294" bIns="38647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06B71-835F-4EDD-A5D0-14C3CEDEF5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7344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772942" rtl="0" eaLnBrk="1" latinLnBrk="0" hangingPunct="1"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9854" indent="-289854" algn="l" defTabSz="772942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8015" indent="-241544" algn="l" defTabSz="772942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66177" indent="-193235" algn="l" defTabSz="7729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52649" indent="-193235" algn="l" defTabSz="772942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9119" indent="-193235" algn="l" defTabSz="772942" rtl="0" eaLnBrk="1" latinLnBrk="0" hangingPunct="1">
        <a:spcBef>
          <a:spcPct val="20000"/>
        </a:spcBef>
        <a:buFont typeface="Arial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25590" indent="-193235" algn="l" defTabSz="77294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12061" indent="-193235" algn="l" defTabSz="77294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898532" indent="-193235" algn="l" defTabSz="77294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285003" indent="-193235" algn="l" defTabSz="77294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294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6471" algn="l" defTabSz="77294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2942" algn="l" defTabSz="77294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59413" algn="l" defTabSz="77294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884" algn="l" defTabSz="77294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32355" algn="l" defTabSz="77294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18826" algn="l" defTabSz="77294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05296" algn="l" defTabSz="77294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91767" algn="l" defTabSz="77294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10801350" cy="1079500"/>
          </a:xfrm>
          <a:prstGeom prst="rect">
            <a:avLst/>
          </a:prstGeom>
          <a:gradFill>
            <a:gsLst>
              <a:gs pos="54000">
                <a:schemeClr val="accent1">
                  <a:shade val="51000"/>
                  <a:satMod val="130000"/>
                  <a:alpha val="80000"/>
                  <a:lumMod val="70000"/>
                  <a:lumOff val="30000"/>
                </a:schemeClr>
              </a:gs>
              <a:gs pos="74000">
                <a:srgbClr val="5E92D1">
                  <a:alpha val="35000"/>
                </a:srgbClr>
              </a:gs>
              <a:gs pos="31252">
                <a:srgbClr val="6597D3">
                  <a:lumMod val="100000"/>
                  <a:alpha val="34000"/>
                </a:srgbClr>
              </a:gs>
              <a:gs pos="0">
                <a:schemeClr val="accent1">
                  <a:shade val="93000"/>
                  <a:satMod val="130000"/>
                  <a:lumMod val="70000"/>
                  <a:lumOff val="30000"/>
                  <a:alpha val="0"/>
                </a:schemeClr>
              </a:gs>
              <a:gs pos="98000">
                <a:schemeClr val="accent1">
                  <a:shade val="94000"/>
                  <a:satMod val="135000"/>
                  <a:lumMod val="70000"/>
                  <a:lumOff val="30000"/>
                  <a:alpha val="0"/>
                </a:schemeClr>
              </a:gs>
            </a:gsLst>
          </a:gra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oftRound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77294" tIns="38647" rIns="77294" bIns="38647"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78448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10801350" cy="1079500"/>
          </a:xfrm>
          <a:prstGeom prst="rect">
            <a:avLst/>
          </a:prstGeom>
          <a:gradFill>
            <a:gsLst>
              <a:gs pos="0">
                <a:srgbClr val="E6E6E6">
                  <a:alpha val="0"/>
                </a:srgbClr>
              </a:gs>
              <a:gs pos="100000">
                <a:srgbClr val="E6E6E6">
                  <a:alpha val="0"/>
                </a:srgbClr>
              </a:gs>
              <a:gs pos="49000">
                <a:srgbClr val="7D8496">
                  <a:alpha val="5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7294" tIns="38647" rIns="77294" bIns="38647"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9601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10801350" cy="1079500"/>
          </a:xfrm>
          <a:prstGeom prst="rect">
            <a:avLst/>
          </a:prstGeom>
          <a:gradFill>
            <a:gsLst>
              <a:gs pos="40000">
                <a:schemeClr val="bg1">
                  <a:alpha val="0"/>
                </a:schemeClr>
              </a:gs>
              <a:gs pos="75000">
                <a:schemeClr val="bg1">
                  <a:lumMod val="95000"/>
                </a:schemeClr>
              </a:gs>
              <a:gs pos="100000">
                <a:srgbClr val="7D8496">
                  <a:alpha val="5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7294" tIns="38647" rIns="77294" bIns="38647"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27808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10801350" cy="1079500"/>
          </a:xfrm>
          <a:prstGeom prst="rect">
            <a:avLst/>
          </a:prstGeom>
          <a:gradFill>
            <a:gsLst>
              <a:gs pos="24000">
                <a:srgbClr val="A5D86E"/>
              </a:gs>
              <a:gs pos="80000">
                <a:srgbClr val="92D050">
                  <a:lumMod val="75000"/>
                  <a:lumOff val="25000"/>
                </a:srgbClr>
              </a:gs>
              <a:gs pos="52000">
                <a:srgbClr val="92D050"/>
              </a:gs>
              <a:gs pos="0">
                <a:srgbClr val="CBE19F">
                  <a:lumMod val="30000"/>
                  <a:lumOff val="70000"/>
                </a:srgbClr>
              </a:gs>
              <a:gs pos="100000">
                <a:schemeClr val="accent3">
                  <a:shade val="94000"/>
                  <a:satMod val="135000"/>
                  <a:lumMod val="0"/>
                  <a:lumOff val="100000"/>
                </a:schemeClr>
              </a:gs>
            </a:gsLst>
            <a:lin ang="16200000" scaled="0"/>
          </a:gradFill>
          <a:ln/>
          <a:scene3d>
            <a:camera prst="orthographicFront">
              <a:rot lat="0" lon="0" rev="0"/>
            </a:camera>
            <a:lightRig rig="brightRoom" dir="t"/>
          </a:scene3d>
          <a:sp3d prstMaterial="powder">
            <a:bevelT w="152400" h="152400" prst="convex"/>
            <a:bevelB w="0" h="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77294" tIns="38647" rIns="77294" bIns="38647"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6978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79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10801350" cy="1079500"/>
          </a:xfrm>
          <a:prstGeom prst="rect">
            <a:avLst/>
          </a:prstGeom>
          <a:gradFill flip="none" rotWithShape="1">
            <a:gsLst>
              <a:gs pos="40000">
                <a:schemeClr val="bg1">
                  <a:alpha val="0"/>
                </a:schemeClr>
              </a:gs>
              <a:gs pos="75000">
                <a:schemeClr val="bg1">
                  <a:lumMod val="95000"/>
                </a:schemeClr>
              </a:gs>
              <a:gs pos="100000">
                <a:srgbClr val="92D0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7294" tIns="38647" rIns="77294" bIns="38647"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9073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10801350" cy="1079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8000">
                <a:schemeClr val="bg1">
                  <a:lumMod val="95000"/>
                </a:schemeClr>
              </a:gs>
              <a:gs pos="100000">
                <a:srgbClr val="92D05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  <a:scene3d>
            <a:camera prst="orthographicFront"/>
            <a:lightRig rig="glow" dir="t"/>
          </a:scene3d>
          <a:sp3d prstMaterial="matte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7294" tIns="38647" rIns="77294" bIns="38647"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751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10801350" cy="10795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77294" tIns="38647" rIns="77294" bIns="38647"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0687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MY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752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9000">
              <a:srgbClr val="005EC0">
                <a:lumMod val="21000"/>
              </a:srgbClr>
            </a:gs>
            <a:gs pos="0">
              <a:srgbClr val="005CBF">
                <a:lumMod val="74000"/>
                <a:lumOff val="26000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6202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10801350" cy="1079500"/>
          </a:xfrm>
          <a:prstGeom prst="rect">
            <a:avLst/>
          </a:prstGeom>
          <a:gradFill flip="none" rotWithShape="1">
            <a:gsLst>
              <a:gs pos="36000">
                <a:schemeClr val="bg1"/>
              </a:gs>
              <a:gs pos="100000">
                <a:schemeClr val="accent5">
                  <a:lumMod val="50000"/>
                  <a:lumOff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7294" tIns="38647" rIns="77294" bIns="38647"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94029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10801350" cy="1079500"/>
          </a:xfrm>
          <a:prstGeom prst="rect">
            <a:avLst/>
          </a:prstGeom>
          <a:gradFill>
            <a:gsLst>
              <a:gs pos="100000">
                <a:srgbClr val="B0DBE6">
                  <a:lumMod val="96000"/>
                </a:srgbClr>
              </a:gs>
              <a:gs pos="65000">
                <a:schemeClr val="accent5">
                  <a:lumMod val="93000"/>
                  <a:lumOff val="7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7294" tIns="38647" rIns="77294" bIns="38647"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00815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399FF"/>
            </a:gs>
            <a:gs pos="16000">
              <a:srgbClr val="00CCCC"/>
            </a:gs>
            <a:gs pos="47000">
              <a:srgbClr val="9999FF"/>
            </a:gs>
            <a:gs pos="60001">
              <a:srgbClr val="2E6792"/>
            </a:gs>
            <a:gs pos="71001">
              <a:srgbClr val="3333CC"/>
            </a:gs>
            <a:gs pos="81000">
              <a:srgbClr val="1170FF"/>
            </a:gs>
            <a:gs pos="100000">
              <a:srgbClr val="006699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381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10801350" cy="1079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7294" tIns="38647" rIns="77294" bIns="38647"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4558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"/>
            <a:ext cx="10801350" cy="1079500"/>
          </a:xfrm>
          <a:prstGeom prst="rect">
            <a:avLst/>
          </a:prstGeom>
          <a:solidFill>
            <a:schemeClr val="accent5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77294" tIns="38647" rIns="77294" bIns="38647"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1319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DB2CD">
                <a:lumMod val="49000"/>
                <a:lumOff val="51000"/>
              </a:srgbClr>
            </a:gs>
            <a:gs pos="37000">
              <a:srgbClr val="2BBFCF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668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49C7D6"/>
            </a:gs>
            <a:gs pos="100000">
              <a:srgbClr val="32C1D1"/>
            </a:gs>
            <a:gs pos="85000">
              <a:srgbClr val="2BBFCF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15074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93835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Shi Cai\Desktop\New Icon\Netiquette New 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498" y="34180"/>
            <a:ext cx="1943101" cy="1000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845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Shi Cai\Desktop\New Icon\IM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49" y="0"/>
            <a:ext cx="5299412" cy="691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owchart: Decision 5"/>
          <p:cNvSpPr/>
          <p:nvPr/>
        </p:nvSpPr>
        <p:spPr>
          <a:xfrm>
            <a:off x="5808791" y="18360"/>
            <a:ext cx="85059" cy="691410"/>
          </a:xfrm>
          <a:prstGeom prst="flowChartDecision">
            <a:avLst/>
          </a:prstGeom>
          <a:gradFill>
            <a:gsLst>
              <a:gs pos="0">
                <a:schemeClr val="dk1">
                  <a:tint val="50000"/>
                  <a:satMod val="300000"/>
                  <a:alpha val="0"/>
                </a:schemeClr>
              </a:gs>
              <a:gs pos="35000">
                <a:schemeClr val="dk1">
                  <a:tint val="37000"/>
                  <a:satMod val="300000"/>
                  <a:alpha val="86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96555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90000"/>
                <a:lumOff val="10000"/>
              </a:schemeClr>
            </a:gs>
            <a:gs pos="49000">
              <a:schemeClr val="accent5">
                <a:lumMod val="75000"/>
                <a:lumOff val="25000"/>
              </a:schemeClr>
            </a:gs>
            <a:gs pos="100000">
              <a:schemeClr val="accent5">
                <a:lumMod val="50000"/>
                <a:lumOff val="5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298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24611" y="596203"/>
            <a:ext cx="1152128" cy="357545"/>
          </a:xfrm>
          <a:prstGeom prst="roundRect">
            <a:avLst/>
          </a:prstGeom>
          <a:gradFill>
            <a:gsLst>
              <a:gs pos="0">
                <a:schemeClr val="accent5">
                  <a:lumMod val="90000"/>
                </a:schemeClr>
              </a:gs>
              <a:gs pos="49000">
                <a:schemeClr val="accent5">
                  <a:lumMod val="85000"/>
                  <a:lumOff val="15000"/>
                </a:schemeClr>
              </a:gs>
              <a:gs pos="100000">
                <a:schemeClr val="accent5">
                  <a:lumMod val="25000"/>
                  <a:lumOff val="7500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Arial Rounded MT Bold" pitchFamily="34" charset="0"/>
              </a:rPr>
              <a:t>RESET</a:t>
            </a:r>
            <a:endParaRPr lang="en-MY" b="1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13317" y="596203"/>
            <a:ext cx="1152128" cy="357545"/>
          </a:xfrm>
          <a:prstGeom prst="roundRect">
            <a:avLst/>
          </a:prstGeom>
          <a:gradFill>
            <a:gsLst>
              <a:gs pos="0">
                <a:schemeClr val="accent5">
                  <a:lumMod val="90000"/>
                </a:schemeClr>
              </a:gs>
              <a:gs pos="49000">
                <a:schemeClr val="accent5">
                  <a:lumMod val="85000"/>
                  <a:lumOff val="15000"/>
                </a:schemeClr>
              </a:gs>
              <a:gs pos="100000">
                <a:schemeClr val="accent5">
                  <a:lumMod val="25000"/>
                  <a:lumOff val="7500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Arial Rounded MT Bold" pitchFamily="34" charset="0"/>
              </a:rPr>
              <a:t>SUBMIT</a:t>
            </a:r>
            <a:endParaRPr lang="en-MY" b="1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92763" y="585217"/>
            <a:ext cx="1152128" cy="357545"/>
          </a:xfrm>
          <a:prstGeom prst="roundRect">
            <a:avLst/>
          </a:prstGeom>
          <a:gradFill>
            <a:gsLst>
              <a:gs pos="32000">
                <a:srgbClr val="47C9DB">
                  <a:lumMod val="100000"/>
                </a:srgbClr>
              </a:gs>
              <a:gs pos="0">
                <a:srgbClr val="289EB6"/>
              </a:gs>
              <a:gs pos="70000">
                <a:srgbClr val="2BBFCF">
                  <a:lumMod val="40000"/>
                  <a:lumOff val="60000"/>
                </a:srgb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MY" b="1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367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1655</TotalTime>
  <Words>3</Words>
  <Application>Microsoft Office PowerPoint</Application>
  <PresentationFormat>Custom</PresentationFormat>
  <Paragraphs>3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 Cai</dc:creator>
  <cp:lastModifiedBy>Shi Cai</cp:lastModifiedBy>
  <cp:revision>47</cp:revision>
  <dcterms:created xsi:type="dcterms:W3CDTF">2012-07-17T06:28:00Z</dcterms:created>
  <dcterms:modified xsi:type="dcterms:W3CDTF">2012-07-31T10:37:43Z</dcterms:modified>
</cp:coreProperties>
</file>